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DB6B86E-0CAF-43EA-9531-F06700B9D9A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FA38D-0DB3-38B4-633C-E866DD390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E5B8E-2E3E-649A-9EAD-7C184BF24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DECD1-F3F8-BC57-6715-CAAEB502B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18963-F984-4BF9-9DD5-D2B91C4F159F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185F3-93C1-57F9-C46D-9B2CF7353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F4FAC-2ECB-94C5-F2C1-00087976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0349-F450-46CD-9B0F-B505C6F51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92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02561-6A71-4A16-4055-20443CF42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52E89-E2ED-4630-FDE9-F2CEB1C11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48527-3195-7FEA-317F-834883EC4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18963-F984-4BF9-9DD5-D2B91C4F159F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85AAD-02A0-EE54-1C7D-2F716E16E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C20BB-907D-5D2A-9A16-1C013568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0349-F450-46CD-9B0F-B505C6F51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28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32994-E547-EB25-D8FE-142C70338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83995-0A04-D23B-254D-FB8DEDF2C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E18EA-9D4F-0B8C-D844-C374B6B9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18963-F984-4BF9-9DD5-D2B91C4F159F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332FD-824B-BC56-4F45-13BF6426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320DD-8884-4586-E1CA-690A3DEF1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0349-F450-46CD-9B0F-B505C6F51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9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236A2-3A93-E8A9-0FC4-176625784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82D95-9D3A-FEA0-E7AB-F7E702600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A2CB98-987C-97B8-48DA-1AEB649D4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864F7-8E9F-DDA2-A239-3527339F3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18963-F984-4BF9-9DD5-D2B91C4F159F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37A84-885E-F7C7-E115-D08EB490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B4710-9528-1C08-E0FE-72A60449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0349-F450-46CD-9B0F-B505C6F51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616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FC505-8BE6-96F3-6366-6F7AB7C0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EAF6D-E4C5-DD93-F725-ADA5F20D7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07C19-722B-D6C9-B0A6-868020C6E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1CAD5-E0FB-3B38-6200-EA31BA2FB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3408F1-4DDE-C7D5-D657-D18F3FF7C4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EAFE42-AAE8-EA41-46FE-A8FD1AF97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18963-F984-4BF9-9DD5-D2B91C4F159F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50D424-143A-ED5F-34B0-DD5E802DD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F17A6B-43ED-7B36-8F86-1ED264C8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0349-F450-46CD-9B0F-B505C6F51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64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1F3E1-846F-89F2-A5F9-22AEDAD01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1002E2-084E-D72E-D2B4-4E2844D09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18963-F984-4BF9-9DD5-D2B91C4F159F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B72C0B-D505-EE31-C0F2-4A673AE78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EA0C5-7607-0C17-5D03-ADC658C3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0349-F450-46CD-9B0F-B505C6F51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997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358752-1E02-A024-6AE4-9618A326E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18963-F984-4BF9-9DD5-D2B91C4F159F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DBC2D2-9DE1-C00C-9886-6E7DF0904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A408D-7A02-2A2D-CC7C-1FD6873B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0349-F450-46CD-9B0F-B505C6F51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795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0CCD2-1660-6B2A-EA3E-BD7C4AD59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CA7A5-3B92-5EB9-E619-34801C580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8193A-E9F7-7AFB-92B6-7BB74BE84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43639-EA7B-7E76-13BC-EEB2E23B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18963-F984-4BF9-9DD5-D2B91C4F159F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01FE1-D657-223E-264C-8E204D261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CDCE9-F042-D6A1-DA31-A4BDC745C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0349-F450-46CD-9B0F-B505C6F51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974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7D8B9-FEC4-822D-574C-DBCDA5A8A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41D318-367A-2E3D-88F2-4B2DA1309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BE269-CF2B-BA34-AA7A-8DAF9E971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D82B1-EB90-5AD7-AD48-C2AD6AB7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18963-F984-4BF9-9DD5-D2B91C4F159F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040F1-683B-8077-B74C-4EF69E9D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A9630-708D-E149-0665-3C3AD1AB6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0349-F450-46CD-9B0F-B505C6F51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08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F74B0-B223-F08B-5BE8-74C5919A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01F9FE-AD2F-0D53-5048-9D4E175AF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074D0-432C-CA4D-C36C-ACDED5D15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18963-F984-4BF9-9DD5-D2B91C4F159F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84A56-B268-9812-F287-0F5DF8708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E25B2-D4EE-6FC6-69B0-DE5E5732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0349-F450-46CD-9B0F-B505C6F51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696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70E9E3-7C48-DC00-BEDE-ED65459AC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5BE41-50F3-ACAE-C204-2ED57F24F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540D5-B56E-9D0D-B9CC-7343793FC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18963-F984-4BF9-9DD5-D2B91C4F159F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67E29-B15C-6DEC-D9E5-6D0408AEA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33B15-1991-DCDC-DD5E-AB2F4970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D0349-F450-46CD-9B0F-B505C6F51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268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D5691-0D2A-CD39-EA42-B13EA843F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1DE93-6C43-2C3D-910A-15ACF2A9E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85A99-B645-B951-E056-2C994D48A0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E18963-F984-4BF9-9DD5-D2B91C4F159F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9BFD0-2D69-ECE8-5E14-ABD75CCA1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7380C-DE16-4312-267C-95D458D64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BD0349-F450-46CD-9B0F-B505C6F511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40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E3501-34F1-40D1-CD07-F775690BF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00747"/>
            <a:ext cx="9144000" cy="1209215"/>
          </a:xfrm>
        </p:spPr>
        <p:txBody>
          <a:bodyPr/>
          <a:lstStyle/>
          <a:p>
            <a:r>
              <a:rPr lang="en-US" dirty="0"/>
              <a:t>LMS POWER BI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3D3B4-E5B1-4E2D-DD64-7E5CC6A90D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 - Raushan </a:t>
            </a:r>
            <a:r>
              <a:rPr lang="en-US" dirty="0" err="1"/>
              <a:t>kant</a:t>
            </a:r>
            <a:r>
              <a:rPr lang="en-US" dirty="0"/>
              <a:t> Verma</a:t>
            </a:r>
          </a:p>
          <a:p>
            <a:r>
              <a:rPr lang="en-US" dirty="0" err="1"/>
              <a:t>AFCode</a:t>
            </a:r>
            <a:r>
              <a:rPr lang="en-US" dirty="0"/>
              <a:t> - AF05261061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0928D-FCFE-7731-70DE-7308E5965E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613" y="260647"/>
            <a:ext cx="2246919" cy="120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740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2D5E3-7C5A-291E-83BE-BCCF56C6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D41CEA-7123-AFAA-86B4-89D73B311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64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7F2AD9-E6A8-48E9-B4C2-7FBB792AF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929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1B8C1A-5495-ED9B-F96C-66B6CC8AA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88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6B4156-18D6-037E-726D-A5F9A75C1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92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5F21C0-1926-7F4B-E891-30FDDFB2C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88489"/>
            <a:ext cx="12192000" cy="694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734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062AB5-E5D4-65F7-4C76-F0BE7A5DB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759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A0ACA6-E637-B558-EEAA-CD07CDB08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826"/>
            <a:ext cx="12192000" cy="704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87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71A639-00BC-850A-54D2-100C99116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16"/>
            <a:ext cx="12260826" cy="690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18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7B190E-92AC-453C-BB31-F78510FF1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8574"/>
            <a:ext cx="12192000" cy="691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024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0778E1-B49F-A53C-2729-0E9098D33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724"/>
            <a:ext cx="12191999" cy="690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14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457547-F568-A744-92CA-A10F742AC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90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23676C-AAE6-A2B5-A2ED-D17F8329E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832"/>
            <a:ext cx="12192000" cy="688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927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LMS POWER BI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Raushan Kant Verma</dc:creator>
  <cp:lastModifiedBy>Raushan Kant Verma</cp:lastModifiedBy>
  <cp:revision>1</cp:revision>
  <dcterms:created xsi:type="dcterms:W3CDTF">2026-09-23T12:55:48Z</dcterms:created>
  <dcterms:modified xsi:type="dcterms:W3CDTF">2026-09-23T12:55:58Z</dcterms:modified>
</cp:coreProperties>
</file>